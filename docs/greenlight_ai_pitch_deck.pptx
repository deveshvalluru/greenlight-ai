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0" cy="365760"/>
          </a:xfrm>
          <a:prstGeom prst="ellipse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 ·  TRACK 3 — REGULATED &amp; HIGH-STAKES WORKFLOWS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AI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investment committee that never sleeps.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agents   ·   3 framework adapters   ·   1 Band room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Devesh Valluru   ·   github.com/DeveshValluru/greenlight-ai   · 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investors lose billions on projects that should never have been greenlit.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</a:rPr>
              <a:t>Today's due diligence is fragmented.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C6F7B"/>
                </a:solidFill>
              </a:rPr>
              <a:t>A producer hires five separate consultants — a script doctor, a budget auditor, a market analyst, an entertainment attorney, a talent agent — and pays each $20–80K per review.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</a:rPr>
              <a:t>Nobody reads all five reports end-to-end.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C6F7B"/>
                </a:solidFill>
              </a:rPr>
              <a:t>The cross-discipline red flags — “your VFX budget is $46K/shot but the script needs $80K/shot” — fall through the cracks. Every year.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2377440"/>
            <a:ext cx="338328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3017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$30B+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595360" y="4297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film financing market — no AI-native due-diligence tool exists today.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D9D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virtual investment committee that runs in minutes, not weeks.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3505200" cy="73152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analysis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specialists work in parallel inside a Band chat room.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@ScriptAnalyst — production complexity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@BudgetAuditor — budget audit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@MarketIntel — comparable films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@LegalEagle — IP &amp; compliance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@TalentScout — execution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228600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8160" y="2286000"/>
            <a:ext cx="3505200" cy="73152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3920" y="2560320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3920" y="288036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cross-exam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93920" y="3657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@RedTeam reads all five reports and issues formal challenges.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3920" y="448056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Finds cross-agent contradictions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Issues CHALLENGE [C-1..N]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Tracks RESOLVED / PARTIAL / UNRESOLVED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Surfaces risks no single agent saw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7680" y="2286000"/>
            <a:ext cx="3505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7680" y="2286000"/>
            <a:ext cx="3505200" cy="73152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3440" y="2560320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73440" y="288036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verdict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73440" y="3657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@CRO synthesizes everything into a weighted scorecard.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3440" y="448056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Budget 25% · Market 25%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Script 20% · Legal 15% · Talent 15%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Post-revision scores take precedence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🟢 GREENLIGHT / 🟡 CONDITIONAL / 🔴 PASS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D9D4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Chat-as-protocol. No central orchestrator.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BudgetAuditor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gemini-2.5-flash-lite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LegalEagle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TalentScout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gemini-2.5-flash-lite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103120"/>
            <a:ext cx="402336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COORDINATE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7432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Mention routing as the protocol.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Each specialist's prompt ends with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@RedTeam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ready for cross-examination.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RedTeam ends its summary with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@CRO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ready for verdict.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Four prompt blocks keep the chain stable: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mandatory_initial_output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closing_handoff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response_discipline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no_ack_messages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12700">
            <a:solidFill>
              <a:srgbClr val="EDE8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framework adapters</a:t>
            </a:r>
            <a:pPr algn="ctr" indent="0" marL="0">
              <a:buNone/>
            </a:pPr>
            <a:r>
              <a:rPr lang="en-US" sz="14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4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Gemini model tiers</a:t>
            </a:r>
            <a:pPr algn="ctr" indent="0" marL="0">
              <a:buNone/>
            </a:pPr>
            <a:r>
              <a:rPr lang="en-US" sz="14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4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central orchestrator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D9D4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DEMO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 no single agent could find alone.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$71 M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shortfall surfaced by cross-agent examination.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3931920"/>
          </a:xfrm>
          <a:prstGeom prst="rect">
            <a:avLst/>
          </a:prstGeom>
          <a:solidFill>
            <a:srgbClr val="152037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694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Deep Horizon”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$7.26 M sci-fi thriller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69480" y="34290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0D97E"/>
                </a:solidFill>
              </a:rPr>
              <a:t>ScriptAnalyst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5F1E8"/>
                </a:solidFill>
              </a:rPr>
              <a:t>60+ complex VFX shots required.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5F1E8"/>
                </a:solidFill>
              </a:rPr>
              <a:t>Minimum budget tier: $80M–$150M.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0D97E"/>
                </a:solidFill>
              </a:rPr>
              <a:t>BudgetAuditor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5F1E8"/>
                </a:solidFill>
              </a:rPr>
              <a:t>Actual budget: $8.5M total.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EF4444"/>
                </a:solidFill>
              </a:rPr>
              <a:t>Adequacy score: 0 / 10.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0D97E"/>
                </a:solidFill>
              </a:rPr>
              <a:t>RedTeam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5F1E8"/>
                </a:solidFill>
              </a:rPr>
              <a:t>4 challenges issued, 4 resolved, 0 escalated.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5943600" cy="914400"/>
          </a:xfrm>
          <a:prstGeom prst="rect">
            <a:avLst/>
          </a:prstGeom>
          <a:solidFill>
            <a:srgbClr val="F7C948">
              <a:alpha val="15000"/>
            </a:srgbClr>
          </a:solidFill>
          <a:ln w="25400">
            <a:solidFill>
              <a:srgbClr val="F7C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🟡 CONDITIONAL — 63 / 100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BAND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is the coordination protocol — that's the layer worth showcasing.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55448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Mention routing IS the protocol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@-mention an agent → its runtime wakes up. We chain Phase 1 → 2 → 3 with zero orchestrator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743200"/>
            <a:ext cx="73152" cy="155448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history IS the audit trail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report, challenge, revision, and verdict is timestamped in one room. Regulated workflows demand this.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572000"/>
            <a:ext cx="73152" cy="155448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frameworks, one room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ADK, LangGraph, and CrewAI agents collaborate through Band's adapter layer. No glue code.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5720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572000"/>
            <a:ext cx="73152" cy="155448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 under one protocol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Gemini tiers route per agent workload. Provider swaps are config-only — Band is the constant.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D9D4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MARKET &amp;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market. Real buyers. Generalizable architecture.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film 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$30B+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4805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film financing 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41248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competitors in this vertical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6576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$100B+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36576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$30B+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8412480" y="2377440"/>
            <a:ext cx="365760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00D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film production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film financing market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competitor in this vertical today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00D97E"/>
                </a:solidFill>
              </a:rPr>
              <a:t>WHO PAYS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Independent film financiers writing $1–20M checks · streaming greenlight committees ($50B+/yr in originals) · completion-bond insurers.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00D97E"/>
                </a:solidFill>
              </a:rPr>
              <a:t>EXTENDS TO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1E8"/>
                </a:solidFill>
              </a:rPr>
              <a:t>Any domain with multi-document, multi-discipline due diligence: TV / streaming greenlight, real-estate development, infrastructure financing, M&amp;A diligence, regulatory filings.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12700">
            <a:solidFill>
              <a:srgbClr val="2A31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github.com/DeveshValluru/greenlight-ai   ·   built for the Band of Agents Hackathon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1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· Track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GreenLight AI — Band of Agents Hackathon</dc:title>
  <dc:subject>PptxGenJS Presentation</dc:subject>
  <dc:creator>Devesh Valluru</dc:creator>
  <cp:lastModifiedBy>Devesh Valluru</cp:lastModifiedBy>
  <cp:revision>1</cp:revision>
  <dcterms:created xsi:type="dcterms:W3CDTF">2026-06-19T04:56:10Z</dcterms:created>
  <dcterms:modified xsi:type="dcterms:W3CDTF">2026-06-19T04:56:10Z</dcterms:modified>
</cp:coreProperties>
</file>